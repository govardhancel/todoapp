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98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Advanced TODO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CF0F1"/>
                </a:solidFill>
              </a:defRPr>
            </a:pPr>
            <a:r>
              <a:t>Full-Stack Deployment to Azure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498DB"/>
                </a:solidFill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Build a production-ready full-stack application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Master containerization with Docker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Deploy to Kubernetes on Azure AKS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Implement CI/CD pipeline with GitHub Actions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Learn Infrastructure as Code with Azure Bicep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Understand real-time collaboration features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498DB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Frontend: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React 18 with TypeScript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Tailwind CSS for styling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Axios for HTTP requests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WebSocket for real-time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3716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Backend: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Node.js + Express.js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Prisma ORM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JWT authentication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PostgreSQL 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498DB"/>
                </a:solidFill>
              </a:defRPr>
            </a:pPr>
            <a:r>
              <a:t>DevOps &amp; Cloud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Containerization: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Docker for all components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Multi-stage builds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Optimized image sizes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3716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Azure Services: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AKS (Kubernetes cluster)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Container Registry (ACR)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Managed PostgreSQL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Key Vault for secrets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498DB"/>
                </a:solidFill>
              </a:defRPr>
            </a:pPr>
            <a:r>
              <a:t>Application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Frontend Layer: React SPA with real-time WebSocket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Backend Layer: Express.js API with authentication &amp; authorization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Database Layer: PostgreSQL with Prisma ORM for data persistence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Real-time Layer: WebSocket server for live todo updates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Authentication: JWT tokens with role-based access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498DB"/>
                </a:solidFill>
              </a:defRPr>
            </a:pPr>
            <a:r>
              <a:t>Database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Users: User accounts with roles (ADMIN, USER)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Teams: Groups for collaboration with team members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Todos: Tasks with priority, due dates, and assignees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Features: Cascading deletes, unique constraints, auto-timestamps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Security: Row-level access control through team membership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498DB"/>
                </a:solidFill>
              </a:defRPr>
            </a:pPr>
            <a:r>
              <a:t>Kubernetes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What's Deployed: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PostgreSQL container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Backend API (3 replicas)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Frontend (3 replicas)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Nginx ingress controller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Secrets &amp; ConfigMaps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3716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AKS Features: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Auto-scaling (HPA)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Load balancing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Health checks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Persistent volumes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Private networking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498DB"/>
                </a:solidFill>
              </a:defRPr>
            </a:pPr>
            <a:r>
              <a:t>GitHub Actions CI/CD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1. Test Phase: Run unit tests, linting on all PRs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2. Build Phase: Build Docker images on main branch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3. Push Phase: Push to Azure Container Registry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4. Deploy Phase: Apply Kubernetes manifests to AKS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5. Security: Automated vulnerability scanning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498DB"/>
                </a:solidFill>
              </a:defRPr>
            </a:pPr>
            <a:r>
              <a:t>Azure Resources Created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Azure Kubernetes Service (AKS) - Cluster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Azure Container Registry (ACR) - Image storage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Azure Database PostgreSQL - Managed database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Azure Key Vault - Secrets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Application Insights - Performance monitoring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Log Analytics - Centralized logging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498DB"/>
                </a:solidFill>
              </a:defRPr>
            </a:pPr>
            <a:r>
              <a:t>Step-by-Step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1. Setup Azure Subscription &amp; Resource Group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2. Run Bicep templates to create infrastructure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3. Build &amp; push Docker images to ACR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4. Create GitHub repository &amp; add secrets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5. Deploy application to AKS using kubectl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6. Configure DNS and SSL certificates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7. Monitor with Application Insights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498DB"/>
                </a:solidFill>
              </a:defRPr>
            </a:pPr>
            <a:r>
              <a:t>Local Development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Prerequisites: Docker, Node.js, npm installed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1. Clone repository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2. Copy .env.example to .env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3. Run: docker compose up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4. Frontend: http://localhost:3000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5. Backend: http://localhost:5000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6. Database: localhost:5432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498DB"/>
                </a:solidFill>
              </a:defRPr>
            </a:pPr>
            <a:r>
              <a:t>Feature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User Features: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Create &amp; manage todos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Set priorities &amp; due dates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Real-time updates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Team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3716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Admin Features: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User management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Team management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Role-based access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Activity monitoring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498DB"/>
                </a:solidFill>
              </a:defRPr>
            </a:pPr>
            <a:r>
              <a:t>Scaling &amp;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Horizontal Scaling: Kubernetes auto-scaling based on CPU/memory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Load Balancing: Azure Load Balancer distributes traffic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Database: PostgreSQL with connection pooling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Caching: CDN for frontend assets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Monitoring: Real-time metrics via Application Insights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498DB"/>
                </a:solidFill>
              </a:defRPr>
            </a:pPr>
            <a:r>
              <a:t>Security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JWT authentication for API endpoints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Role-based access control (RBAC)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TLS/SSL encryption in transit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Secrets stored in Azure Key Vault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Network isolation with VPC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Vulnerability scanning with Trivy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498DB"/>
                </a:solidFill>
              </a:defRPr>
            </a:pPr>
            <a:r>
              <a:t>Azure Cost 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AKS Cluster: Auto-scaling reduces idle costs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Database: Managed PostgreSQL reduces operations overhead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Container Registry: Standard tier for production workloads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Monitoring: Application Insights with reserved capacity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Storage: Persistent volumes on managed disks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Estimated: $150-300/month for production setup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498DB"/>
                </a:solidFill>
              </a:defRPr>
            </a:pPr>
            <a:r>
              <a:t>Key Learnings &amp; Skills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Full-stack application development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Containerization &amp; Docker best practices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Kubernetes orchestration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Infrastructure as Code with Bicep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CI/CD pipeline automation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Cloud architecture design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Production deployment strategies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498DB"/>
                </a:solidFill>
              </a:defRPr>
            </a:pPr>
            <a:r>
              <a:t>Next Steps &amp;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→ Add more API endpoints (filtering, searching)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→ Implement user notifications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→ Add backup &amp; disaster recovery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→ Implement API rate limiting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→ Add multi-region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→ Implement GraphQL for flexible queries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498DB"/>
                </a:solidFill>
              </a:defRPr>
            </a:pPr>
            <a:r>
              <a:t>Resources &amp; Documentation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📖 README.md - Project overview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📖 QUICKSTART.md - Getting started guide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📖 CICD.md - CI/CD pipeline details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📖 infrastructure/README.md - Azure setup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📖 k8s/README.md - Kubernetes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🔗 GitHub Repository: Main source of truth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98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Questions &amp;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CF0F1"/>
                </a:solidFill>
              </a:defRPr>
            </a:pPr>
            <a:r>
              <a:t>Understanding the Complete Deployment Journey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